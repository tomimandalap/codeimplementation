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8" r:id="rId2"/>
    <p:sldId id="260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4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12/24/2020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A748D-BEEC-43A4-BFF3-B31C0275A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404192"/>
            <a:ext cx="10353762" cy="662609"/>
          </a:xfrm>
        </p:spPr>
        <p:txBody>
          <a:bodyPr>
            <a:normAutofit fontScale="90000"/>
          </a:bodyPr>
          <a:lstStyle/>
          <a:p>
            <a:r>
              <a:rPr lang="id-ID" dirty="0"/>
              <a:t>Algoritma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444E60-6BFB-4F42-955C-42A554F39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338470"/>
            <a:ext cx="10353762" cy="4982817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1. Mulai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2. Input number pada devideAndSort(</a:t>
            </a:r>
            <a:r>
              <a:rPr lang="id-ID" sz="2000" b="0" dirty="0">
                <a:solidFill>
                  <a:schemeClr val="tx1"/>
                </a:solidFill>
                <a:effectLst/>
                <a:latin typeface=" Source Code Pro"/>
              </a:rPr>
              <a:t>5956560159466056</a:t>
            </a:r>
            <a:r>
              <a:rPr lang="id-ID" sz="2400" dirty="0">
                <a:solidFill>
                  <a:schemeClr val="tx1"/>
                </a:solidFill>
              </a:rPr>
              <a:t>)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3. Validasi type data harus number, jika bukan number akan menampilkan pesan Error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4. Mengubah tipe data number ke string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5. Validasi nilai panjang data str &lt;=16 digit, jika data str &gt;16 digit akan menampikan pesan Error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6. Membuat data array dari hasil data str.split(‘0’) [ '595656', '159466', '56’ ]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7. Membuat function array.map() yang didalamnya berisi pengembalian nilai hasil dari split, sort, dan join [ '555669', '145669', '56' ]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8. Menampilkan hasil akhir 55566914566956</a:t>
            </a:r>
          </a:p>
          <a:p>
            <a:pPr marL="0"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id-ID" sz="2400" dirty="0">
                <a:solidFill>
                  <a:schemeClr val="tx1"/>
                </a:solidFill>
              </a:rPr>
              <a:t>9. Selesai</a:t>
            </a: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30A4DA-DD01-441D-B1AA-18654CFE0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087" y="105283"/>
            <a:ext cx="3748353" cy="730342"/>
          </a:xfrm>
        </p:spPr>
        <p:txBody>
          <a:bodyPr/>
          <a:lstStyle/>
          <a:p>
            <a:r>
              <a:rPr lang="id-ID" dirty="0"/>
              <a:t>Flowchart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43D89D1-EFA0-4588-A97B-04F92537E14C}"/>
              </a:ext>
            </a:extLst>
          </p:cNvPr>
          <p:cNvSpPr/>
          <p:nvPr/>
        </p:nvSpPr>
        <p:spPr>
          <a:xfrm>
            <a:off x="897848" y="1272206"/>
            <a:ext cx="1434547" cy="6361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>
                <a:solidFill>
                  <a:schemeClr val="tx1"/>
                </a:solidFill>
              </a:rPr>
              <a:t>Mulai</a:t>
            </a:r>
          </a:p>
        </p:txBody>
      </p:sp>
      <p:sp>
        <p:nvSpPr>
          <p:cNvPr id="5" name="Diamond 4">
            <a:extLst>
              <a:ext uri="{FF2B5EF4-FFF2-40B4-BE49-F238E27FC236}">
                <a16:creationId xmlns:a16="http://schemas.microsoft.com/office/drawing/2014/main" id="{374EE71D-6685-446E-BD92-762E4212559E}"/>
              </a:ext>
            </a:extLst>
          </p:cNvPr>
          <p:cNvSpPr/>
          <p:nvPr/>
        </p:nvSpPr>
        <p:spPr>
          <a:xfrm>
            <a:off x="521816" y="3844608"/>
            <a:ext cx="2186609" cy="1722781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input === ‘number’ ?</a:t>
            </a:r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9DCC5C6C-4024-4737-A666-8C10D8C20681}"/>
              </a:ext>
            </a:extLst>
          </p:cNvPr>
          <p:cNvSpPr/>
          <p:nvPr/>
        </p:nvSpPr>
        <p:spPr>
          <a:xfrm>
            <a:off x="228612" y="2453127"/>
            <a:ext cx="2773018" cy="846662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>
                <a:latin typeface="+mj-lt"/>
              </a:rPr>
              <a:t>input (</a:t>
            </a:r>
            <a:r>
              <a:rPr lang="id-ID" sz="1800" b="0" dirty="0">
                <a:solidFill>
                  <a:schemeClr val="tx1"/>
                </a:solidFill>
                <a:effectLst/>
                <a:latin typeface="+mj-lt"/>
              </a:rPr>
              <a:t>5956560159466056)</a:t>
            </a:r>
            <a:endParaRPr lang="id-ID" dirty="0">
              <a:latin typeface="+mj-lt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21D7DD41-CA47-4F76-8887-36C07F299842}"/>
              </a:ext>
            </a:extLst>
          </p:cNvPr>
          <p:cNvCxnSpPr>
            <a:stCxn id="4" idx="2"/>
            <a:endCxn id="6" idx="0"/>
          </p:cNvCxnSpPr>
          <p:nvPr/>
        </p:nvCxnSpPr>
        <p:spPr>
          <a:xfrm flipH="1">
            <a:off x="1615121" y="1908308"/>
            <a:ext cx="1" cy="544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742A4AA-312B-4034-BBE2-A060444F00C3}"/>
              </a:ext>
            </a:extLst>
          </p:cNvPr>
          <p:cNvCxnSpPr/>
          <p:nvPr/>
        </p:nvCxnSpPr>
        <p:spPr>
          <a:xfrm flipH="1">
            <a:off x="1615120" y="3299789"/>
            <a:ext cx="1" cy="54481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17833ABD-31FF-4D79-87AA-2AB03A598971}"/>
              </a:ext>
            </a:extLst>
          </p:cNvPr>
          <p:cNvSpPr/>
          <p:nvPr/>
        </p:nvSpPr>
        <p:spPr>
          <a:xfrm>
            <a:off x="3352812" y="4255424"/>
            <a:ext cx="2001078" cy="901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Konversi type data ‘number’ ke ‘string’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8A01AD5-58E8-4CCD-BA00-9B326595C045}"/>
              </a:ext>
            </a:extLst>
          </p:cNvPr>
          <p:cNvCxnSpPr>
            <a:stCxn id="5" idx="3"/>
            <a:endCxn id="10" idx="1"/>
          </p:cNvCxnSpPr>
          <p:nvPr/>
        </p:nvCxnSpPr>
        <p:spPr>
          <a:xfrm flipV="1">
            <a:off x="2708425" y="4705998"/>
            <a:ext cx="644387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Diamond 12">
            <a:extLst>
              <a:ext uri="{FF2B5EF4-FFF2-40B4-BE49-F238E27FC236}">
                <a16:creationId xmlns:a16="http://schemas.microsoft.com/office/drawing/2014/main" id="{525C883A-0E3B-486F-A5AD-D9D765387BC3}"/>
              </a:ext>
            </a:extLst>
          </p:cNvPr>
          <p:cNvSpPr/>
          <p:nvPr/>
        </p:nvSpPr>
        <p:spPr>
          <a:xfrm>
            <a:off x="5746489" y="3844608"/>
            <a:ext cx="2001071" cy="1722781"/>
          </a:xfrm>
          <a:prstGeom prst="diamond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1700" dirty="0"/>
              <a:t>str.length &lt;= 16 ?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EA15532-7041-45E1-83CE-E3E19E482906}"/>
              </a:ext>
            </a:extLst>
          </p:cNvPr>
          <p:cNvCxnSpPr>
            <a:cxnSpLocks/>
            <a:endCxn id="13" idx="1"/>
          </p:cNvCxnSpPr>
          <p:nvPr/>
        </p:nvCxnSpPr>
        <p:spPr>
          <a:xfrm>
            <a:off x="5353890" y="4700853"/>
            <a:ext cx="392599" cy="514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07477A02-E07E-497C-8CA2-9D2BD79C5D1C}"/>
              </a:ext>
            </a:extLst>
          </p:cNvPr>
          <p:cNvSpPr/>
          <p:nvPr/>
        </p:nvSpPr>
        <p:spPr>
          <a:xfrm>
            <a:off x="5037489" y="2425884"/>
            <a:ext cx="3419056" cy="90114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Array = str.split(‘0’)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C6D8A3-1CDA-4F73-BB45-8B948501C03E}"/>
              </a:ext>
            </a:extLst>
          </p:cNvPr>
          <p:cNvSpPr/>
          <p:nvPr/>
        </p:nvSpPr>
        <p:spPr>
          <a:xfrm>
            <a:off x="5037486" y="814657"/>
            <a:ext cx="3419059" cy="109365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/>
              <a:t> const hasil = array.map( (el) =&gt; {</a:t>
            </a:r>
          </a:p>
          <a:p>
            <a:pPr algn="ctr"/>
            <a:r>
              <a:rPr lang="id-ID" dirty="0"/>
              <a:t>return el.split(‘’).sort().join(‘’) })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A4866FD-7282-4A13-99D5-FE8F48C03AB7}"/>
              </a:ext>
            </a:extLst>
          </p:cNvPr>
          <p:cNvCxnSpPr>
            <a:stCxn id="13" idx="0"/>
            <a:endCxn id="17" idx="2"/>
          </p:cNvCxnSpPr>
          <p:nvPr/>
        </p:nvCxnSpPr>
        <p:spPr>
          <a:xfrm flipH="1" flipV="1">
            <a:off x="6747017" y="3327032"/>
            <a:ext cx="8" cy="5175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6C2356-E049-4A38-A010-80774FD7763F}"/>
              </a:ext>
            </a:extLst>
          </p:cNvPr>
          <p:cNvCxnSpPr>
            <a:cxnSpLocks/>
            <a:stCxn id="17" idx="0"/>
            <a:endCxn id="18" idx="2"/>
          </p:cNvCxnSpPr>
          <p:nvPr/>
        </p:nvCxnSpPr>
        <p:spPr>
          <a:xfrm flipH="1" flipV="1">
            <a:off x="6747016" y="1908308"/>
            <a:ext cx="1" cy="5175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arallelogram 23">
            <a:extLst>
              <a:ext uri="{FF2B5EF4-FFF2-40B4-BE49-F238E27FC236}">
                <a16:creationId xmlns:a16="http://schemas.microsoft.com/office/drawing/2014/main" id="{1CF58C84-66B7-4F55-AD1D-44F9EEB6A7D1}"/>
              </a:ext>
            </a:extLst>
          </p:cNvPr>
          <p:cNvSpPr/>
          <p:nvPr/>
        </p:nvSpPr>
        <p:spPr>
          <a:xfrm>
            <a:off x="9090994" y="2167096"/>
            <a:ext cx="2872394" cy="1235569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id-ID" dirty="0">
                <a:latin typeface="+mj-lt"/>
              </a:rPr>
              <a:t>Output</a:t>
            </a:r>
          </a:p>
          <a:p>
            <a:pPr algn="ctr"/>
            <a:r>
              <a:rPr lang="id-ID" dirty="0">
                <a:latin typeface="+mj-lt"/>
              </a:rPr>
              <a:t>parseInt(hasil.join(‘’))</a:t>
            </a:r>
          </a:p>
          <a:p>
            <a:pPr algn="ctr"/>
            <a:r>
              <a:rPr lang="id-ID" sz="1800" dirty="0">
                <a:solidFill>
                  <a:schemeClr val="tx1"/>
                </a:solidFill>
              </a:rPr>
              <a:t>55566914566956</a:t>
            </a:r>
            <a:endParaRPr lang="id-ID" dirty="0">
              <a:latin typeface="+mj-lt"/>
            </a:endParaRPr>
          </a:p>
          <a:p>
            <a:pPr algn="ctr"/>
            <a:endParaRPr lang="id-ID" dirty="0">
              <a:latin typeface="+mj-lt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9EAE0D93-270C-4718-A809-35B0B83FDD5C}"/>
              </a:ext>
            </a:extLst>
          </p:cNvPr>
          <p:cNvCxnSpPr>
            <a:cxnSpLocks/>
            <a:stCxn id="18" idx="3"/>
            <a:endCxn id="24" idx="0"/>
          </p:cNvCxnSpPr>
          <p:nvPr/>
        </p:nvCxnSpPr>
        <p:spPr>
          <a:xfrm>
            <a:off x="8456545" y="1361483"/>
            <a:ext cx="2070646" cy="805613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D6F836C-5801-4CF5-A62D-88E348368CB0}"/>
              </a:ext>
            </a:extLst>
          </p:cNvPr>
          <p:cNvSpPr/>
          <p:nvPr/>
        </p:nvSpPr>
        <p:spPr>
          <a:xfrm>
            <a:off x="9859605" y="4382800"/>
            <a:ext cx="1434547" cy="636102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d-ID" dirty="0">
                <a:solidFill>
                  <a:schemeClr val="tx1"/>
                </a:solidFill>
              </a:rPr>
              <a:t>Selesai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9E0E6EED-33B9-4CC3-9AA8-6D920351D82D}"/>
              </a:ext>
            </a:extLst>
          </p:cNvPr>
          <p:cNvCxnSpPr>
            <a:cxnSpLocks/>
            <a:endCxn id="30" idx="0"/>
          </p:cNvCxnSpPr>
          <p:nvPr/>
        </p:nvCxnSpPr>
        <p:spPr>
          <a:xfrm flipH="1">
            <a:off x="10576879" y="3402665"/>
            <a:ext cx="2" cy="9801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FE35A44-E590-4DF9-B4B7-1E81ED9D3F77}"/>
              </a:ext>
            </a:extLst>
          </p:cNvPr>
          <p:cNvCxnSpPr>
            <a:cxnSpLocks/>
            <a:stCxn id="5" idx="2"/>
          </p:cNvCxnSpPr>
          <p:nvPr/>
        </p:nvCxnSpPr>
        <p:spPr>
          <a:xfrm rot="16200000" flipH="1">
            <a:off x="4666878" y="2515631"/>
            <a:ext cx="445426" cy="6548941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56EDD09-B789-4F40-9813-FDFEEDA73A1C}"/>
              </a:ext>
            </a:extLst>
          </p:cNvPr>
          <p:cNvSpPr txBox="1"/>
          <p:nvPr/>
        </p:nvSpPr>
        <p:spPr>
          <a:xfrm>
            <a:off x="2677620" y="4377161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true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4E599E7-D800-4B2D-AC99-C65914E92D1C}"/>
              </a:ext>
            </a:extLst>
          </p:cNvPr>
          <p:cNvSpPr txBox="1"/>
          <p:nvPr/>
        </p:nvSpPr>
        <p:spPr>
          <a:xfrm>
            <a:off x="1615801" y="5695626"/>
            <a:ext cx="58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false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95BE697-B979-4E80-8FB4-40ABFE549C87}"/>
              </a:ext>
            </a:extLst>
          </p:cNvPr>
          <p:cNvSpPr txBox="1"/>
          <p:nvPr/>
        </p:nvSpPr>
        <p:spPr>
          <a:xfrm>
            <a:off x="7697399" y="4347113"/>
            <a:ext cx="582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false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9DD91239-AAC0-4ACF-BD2A-E02D83D89ED2}"/>
              </a:ext>
            </a:extLst>
          </p:cNvPr>
          <p:cNvSpPr txBox="1"/>
          <p:nvPr/>
        </p:nvSpPr>
        <p:spPr>
          <a:xfrm>
            <a:off x="6998808" y="3459943"/>
            <a:ext cx="551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dirty="0"/>
              <a:t>true</a:t>
            </a:r>
          </a:p>
        </p:txBody>
      </p:sp>
      <p:sp>
        <p:nvSpPr>
          <p:cNvPr id="26" name="Parallelogram 25">
            <a:extLst>
              <a:ext uri="{FF2B5EF4-FFF2-40B4-BE49-F238E27FC236}">
                <a16:creationId xmlns:a16="http://schemas.microsoft.com/office/drawing/2014/main" id="{50B3590F-1EA4-480C-B50B-AC8F079735EA}"/>
              </a:ext>
            </a:extLst>
          </p:cNvPr>
          <p:cNvSpPr/>
          <p:nvPr/>
        </p:nvSpPr>
        <p:spPr>
          <a:xfrm>
            <a:off x="8254762" y="4399256"/>
            <a:ext cx="1343421" cy="618442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>
                <a:latin typeface="+mj-lt"/>
              </a:rPr>
              <a:t>“Error”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303D8F9-E532-4BB8-B3DB-99F663A199A9}"/>
              </a:ext>
            </a:extLst>
          </p:cNvPr>
          <p:cNvCxnSpPr>
            <a:stCxn id="13" idx="3"/>
            <a:endCxn id="26" idx="5"/>
          </p:cNvCxnSpPr>
          <p:nvPr/>
        </p:nvCxnSpPr>
        <p:spPr>
          <a:xfrm>
            <a:off x="7747560" y="4705999"/>
            <a:ext cx="584507" cy="2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C5540C2-1981-4C4E-AD18-D970FBF727A7}"/>
              </a:ext>
            </a:extLst>
          </p:cNvPr>
          <p:cNvCxnSpPr/>
          <p:nvPr/>
        </p:nvCxnSpPr>
        <p:spPr>
          <a:xfrm>
            <a:off x="9534688" y="4709280"/>
            <a:ext cx="332719" cy="247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Parallelogram 30">
            <a:extLst>
              <a:ext uri="{FF2B5EF4-FFF2-40B4-BE49-F238E27FC236}">
                <a16:creationId xmlns:a16="http://schemas.microsoft.com/office/drawing/2014/main" id="{16975784-90F0-43B3-9F4D-BBAB456FCE10}"/>
              </a:ext>
            </a:extLst>
          </p:cNvPr>
          <p:cNvSpPr/>
          <p:nvPr/>
        </p:nvSpPr>
        <p:spPr>
          <a:xfrm>
            <a:off x="8111054" y="5689311"/>
            <a:ext cx="1343421" cy="618442"/>
          </a:xfrm>
          <a:prstGeom prst="parallelogram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dirty="0">
                <a:latin typeface="+mj-lt"/>
              </a:rPr>
              <a:t>“Error”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BEABCD3E-4496-4529-BEF4-03E2BFA044CE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9388812" y="5018902"/>
            <a:ext cx="1188067" cy="977096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74696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cup, coffee, food, beverage&#10;&#10;Description automatically generated">
            <a:extLst>
              <a:ext uri="{FF2B5EF4-FFF2-40B4-BE49-F238E27FC236}">
                <a16:creationId xmlns:a16="http://schemas.microsoft.com/office/drawing/2014/main" id="{91BC5572-FC33-4C1C-8DEE-C2CF75A7564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0693" y="1087120"/>
            <a:ext cx="9440034" cy="2648381"/>
          </a:xfrm>
        </p:spPr>
        <p:txBody>
          <a:bodyPr>
            <a:normAutofit/>
          </a:bodyPr>
          <a:lstStyle/>
          <a:p>
            <a:r>
              <a:rPr lang="id-ID" sz="7200" dirty="0"/>
              <a:t>Terima Kasih</a:t>
            </a:r>
            <a:endParaRPr lang="en-US" sz="72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692D268-F90C-4DAD-B4A0-755F6EFF13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33738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{F07148B6-9FDF-4FDA-9C09-31CC572D8076}tf12214701_win32</Template>
  <TotalTime>212</TotalTime>
  <Words>197</Words>
  <Application>Microsoft Office PowerPoint</Application>
  <PresentationFormat>Widescreen</PresentationFormat>
  <Paragraphs>30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 Source Code Pro</vt:lpstr>
      <vt:lpstr>Goudy Old Style</vt:lpstr>
      <vt:lpstr>Wingdings 2</vt:lpstr>
      <vt:lpstr>SlateVTI</vt:lpstr>
      <vt:lpstr>Algoritma</vt:lpstr>
      <vt:lpstr>Flowchart</vt:lpstr>
      <vt:lpstr>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Terima Kasih</dc:title>
  <dc:creator>duino elektronik</dc:creator>
  <cp:lastModifiedBy>duino elektronik</cp:lastModifiedBy>
  <cp:revision>9</cp:revision>
  <dcterms:created xsi:type="dcterms:W3CDTF">2020-12-23T12:10:04Z</dcterms:created>
  <dcterms:modified xsi:type="dcterms:W3CDTF">2020-12-24T04:29:29Z</dcterms:modified>
</cp:coreProperties>
</file>