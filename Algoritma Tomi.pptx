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sldIdLst>
    <p:sldId id="258" r:id="rId2"/>
    <p:sldId id="260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52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865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86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17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887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888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16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479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378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66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05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0594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36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06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302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158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527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12/23/2020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8027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  <p:sldLayoutId id="2147483715" r:id="rId2"/>
    <p:sldLayoutId id="2147483716" r:id="rId3"/>
    <p:sldLayoutId id="2147483714" r:id="rId4"/>
    <p:sldLayoutId id="2147483710" r:id="rId5"/>
    <p:sldLayoutId id="2147483694" r:id="rId6"/>
    <p:sldLayoutId id="2147483695" r:id="rId7"/>
    <p:sldLayoutId id="2147483696" r:id="rId8"/>
    <p:sldLayoutId id="2147483697" r:id="rId9"/>
    <p:sldLayoutId id="2147483699" r:id="rId10"/>
    <p:sldLayoutId id="2147483693" r:id="rId11"/>
    <p:sldLayoutId id="2147483700" r:id="rId12"/>
    <p:sldLayoutId id="2147483701" r:id="rId13"/>
    <p:sldLayoutId id="2147483703" r:id="rId14"/>
    <p:sldLayoutId id="2147483704" r:id="rId15"/>
    <p:sldLayoutId id="2147483702" r:id="rId16"/>
    <p:sldLayoutId id="214748369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A748D-BEEC-43A4-BFF3-B31C0275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04192"/>
            <a:ext cx="10353762" cy="662609"/>
          </a:xfrm>
        </p:spPr>
        <p:txBody>
          <a:bodyPr>
            <a:normAutofit fontScale="90000"/>
          </a:bodyPr>
          <a:lstStyle/>
          <a:p>
            <a:r>
              <a:rPr lang="id-ID" dirty="0"/>
              <a:t>Algoritma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444E60-6BFB-4F42-955C-42A554F39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338470"/>
            <a:ext cx="10353762" cy="4982817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1. Mulai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2. Input number pada devideAndSort(</a:t>
            </a:r>
            <a:r>
              <a:rPr lang="id-ID" sz="2000" b="0" dirty="0">
                <a:solidFill>
                  <a:schemeClr val="tx1"/>
                </a:solidFill>
                <a:effectLst/>
                <a:latin typeface=" Source Code Pro"/>
              </a:rPr>
              <a:t>5956560159466056</a:t>
            </a:r>
            <a:r>
              <a:rPr lang="id-ID" sz="2400" dirty="0">
                <a:solidFill>
                  <a:schemeClr val="tx1"/>
                </a:solidFill>
              </a:rPr>
              <a:t>)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3. Validasi type data harus number, jika bukan number akan menampilkan pesan Error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4. Mengubah tipe data number ke string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5. Validasi nilai panjang data str &lt;=16 digit, jika data str &gt;16 digit akan menampikan pesan Error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6. Membuat data array dari hasil data str.split(‘0’) [ '595656', '159466', '56’ ]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7. Membuat function array.map() yang didalamnya berisi pengembalian nilai hasil dari split, sort, dan join [ '555669', '145669', '56' ]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8. Menampilkan hasil akhir 55566914566956</a:t>
            </a:r>
          </a:p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id-ID" sz="2400" dirty="0">
                <a:solidFill>
                  <a:schemeClr val="tx1"/>
                </a:solidFill>
              </a:rPr>
              <a:t>9. Selesai</a:t>
            </a:r>
          </a:p>
        </p:txBody>
      </p:sp>
    </p:spTree>
    <p:extLst>
      <p:ext uri="{BB962C8B-B14F-4D97-AF65-F5344CB8AC3E}">
        <p14:creationId xmlns:p14="http://schemas.microsoft.com/office/powerpoint/2010/main" val="2689089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A4DA-DD01-441D-B1AA-18654CFE0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087" y="105283"/>
            <a:ext cx="3748353" cy="730342"/>
          </a:xfrm>
        </p:spPr>
        <p:txBody>
          <a:bodyPr/>
          <a:lstStyle/>
          <a:p>
            <a:r>
              <a:rPr lang="id-ID" dirty="0"/>
              <a:t>Flowchart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43D89D1-EFA0-4588-A97B-04F92537E14C}"/>
              </a:ext>
            </a:extLst>
          </p:cNvPr>
          <p:cNvSpPr/>
          <p:nvPr/>
        </p:nvSpPr>
        <p:spPr>
          <a:xfrm>
            <a:off x="897848" y="1669773"/>
            <a:ext cx="1434547" cy="6361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d-ID" dirty="0">
                <a:solidFill>
                  <a:schemeClr val="tx1"/>
                </a:solidFill>
              </a:rPr>
              <a:t>Mulai</a:t>
            </a:r>
          </a:p>
        </p:txBody>
      </p:sp>
      <p:sp>
        <p:nvSpPr>
          <p:cNvPr id="5" name="Diamond 4">
            <a:extLst>
              <a:ext uri="{FF2B5EF4-FFF2-40B4-BE49-F238E27FC236}">
                <a16:creationId xmlns:a16="http://schemas.microsoft.com/office/drawing/2014/main" id="{374EE71D-6685-446E-BD92-762E4212559E}"/>
              </a:ext>
            </a:extLst>
          </p:cNvPr>
          <p:cNvSpPr/>
          <p:nvPr/>
        </p:nvSpPr>
        <p:spPr>
          <a:xfrm>
            <a:off x="521816" y="4242175"/>
            <a:ext cx="2186609" cy="1722781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input === ‘number’ ?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9DCC5C6C-4024-4737-A666-8C10D8C20681}"/>
              </a:ext>
            </a:extLst>
          </p:cNvPr>
          <p:cNvSpPr/>
          <p:nvPr/>
        </p:nvSpPr>
        <p:spPr>
          <a:xfrm>
            <a:off x="228612" y="2850694"/>
            <a:ext cx="2773018" cy="846662"/>
          </a:xfrm>
          <a:prstGeom prst="parallelogram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>
                <a:latin typeface="+mj-lt"/>
              </a:rPr>
              <a:t>input (</a:t>
            </a:r>
            <a:r>
              <a:rPr lang="id-ID" sz="1800" b="0" dirty="0">
                <a:solidFill>
                  <a:schemeClr val="tx1"/>
                </a:solidFill>
                <a:effectLst/>
                <a:latin typeface="+mj-lt"/>
              </a:rPr>
              <a:t>5956560159466056)</a:t>
            </a:r>
            <a:endParaRPr lang="id-ID" dirty="0">
              <a:latin typeface="+mj-lt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1D7DD41-CA47-4F76-8887-36C07F299842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1615121" y="2305875"/>
            <a:ext cx="1" cy="5448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42A4AA-312B-4034-BBE2-A060444F00C3}"/>
              </a:ext>
            </a:extLst>
          </p:cNvPr>
          <p:cNvCxnSpPr/>
          <p:nvPr/>
        </p:nvCxnSpPr>
        <p:spPr>
          <a:xfrm flipH="1">
            <a:off x="1615120" y="3697356"/>
            <a:ext cx="1" cy="5448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7833ABD-31FF-4D79-87AA-2AB03A598971}"/>
              </a:ext>
            </a:extLst>
          </p:cNvPr>
          <p:cNvSpPr/>
          <p:nvPr/>
        </p:nvSpPr>
        <p:spPr>
          <a:xfrm>
            <a:off x="3352812" y="4652991"/>
            <a:ext cx="2001078" cy="9011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Konversi type data ‘number’ ke ‘string’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A01AD5-58E8-4CCD-BA00-9B326595C045}"/>
              </a:ext>
            </a:extLst>
          </p:cNvPr>
          <p:cNvCxnSpPr>
            <a:stCxn id="5" idx="3"/>
            <a:endCxn id="10" idx="1"/>
          </p:cNvCxnSpPr>
          <p:nvPr/>
        </p:nvCxnSpPr>
        <p:spPr>
          <a:xfrm flipV="1">
            <a:off x="2708425" y="5103565"/>
            <a:ext cx="64438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iamond 12">
            <a:extLst>
              <a:ext uri="{FF2B5EF4-FFF2-40B4-BE49-F238E27FC236}">
                <a16:creationId xmlns:a16="http://schemas.microsoft.com/office/drawing/2014/main" id="{525C883A-0E3B-486F-A5AD-D9D765387BC3}"/>
              </a:ext>
            </a:extLst>
          </p:cNvPr>
          <p:cNvSpPr/>
          <p:nvPr/>
        </p:nvSpPr>
        <p:spPr>
          <a:xfrm>
            <a:off x="5998277" y="4242175"/>
            <a:ext cx="2001071" cy="1722781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1700" dirty="0"/>
              <a:t>str.length &lt;= 16 ?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EA15532-7041-45E1-83CE-E3E19E482906}"/>
              </a:ext>
            </a:extLst>
          </p:cNvPr>
          <p:cNvCxnSpPr/>
          <p:nvPr/>
        </p:nvCxnSpPr>
        <p:spPr>
          <a:xfrm flipV="1">
            <a:off x="5353890" y="5098418"/>
            <a:ext cx="64438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7477A02-E07E-497C-8CA2-9D2BD79C5D1C}"/>
              </a:ext>
            </a:extLst>
          </p:cNvPr>
          <p:cNvSpPr/>
          <p:nvPr/>
        </p:nvSpPr>
        <p:spPr>
          <a:xfrm>
            <a:off x="5289282" y="2823451"/>
            <a:ext cx="3419056" cy="9011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Array = str.split(‘0’)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C6D8A3-1CDA-4F73-BB45-8B948501C03E}"/>
              </a:ext>
            </a:extLst>
          </p:cNvPr>
          <p:cNvSpPr/>
          <p:nvPr/>
        </p:nvSpPr>
        <p:spPr>
          <a:xfrm>
            <a:off x="5289279" y="1212224"/>
            <a:ext cx="3419059" cy="10936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dirty="0"/>
              <a:t> const hasil = array.map( (el) =&gt; {</a:t>
            </a:r>
          </a:p>
          <a:p>
            <a:pPr algn="ctr"/>
            <a:r>
              <a:rPr lang="id-ID" dirty="0"/>
              <a:t>return el.split(‘’).sort().join(‘’) })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4866FD-7282-4A13-99D5-FE8F48C03AB7}"/>
              </a:ext>
            </a:extLst>
          </p:cNvPr>
          <p:cNvCxnSpPr>
            <a:stCxn id="13" idx="0"/>
            <a:endCxn id="17" idx="2"/>
          </p:cNvCxnSpPr>
          <p:nvPr/>
        </p:nvCxnSpPr>
        <p:spPr>
          <a:xfrm flipH="1" flipV="1">
            <a:off x="6998810" y="3724599"/>
            <a:ext cx="3" cy="5175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6C2356-E049-4A38-A010-80774FD7763F}"/>
              </a:ext>
            </a:extLst>
          </p:cNvPr>
          <p:cNvCxnSpPr>
            <a:stCxn id="17" idx="0"/>
            <a:endCxn id="18" idx="2"/>
          </p:cNvCxnSpPr>
          <p:nvPr/>
        </p:nvCxnSpPr>
        <p:spPr>
          <a:xfrm flipH="1" flipV="1">
            <a:off x="6998809" y="2305875"/>
            <a:ext cx="1" cy="5175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1CF58C84-66B7-4F55-AD1D-44F9EEB6A7D1}"/>
              </a:ext>
            </a:extLst>
          </p:cNvPr>
          <p:cNvSpPr/>
          <p:nvPr/>
        </p:nvSpPr>
        <p:spPr>
          <a:xfrm>
            <a:off x="9190370" y="2564663"/>
            <a:ext cx="2773018" cy="1235569"/>
          </a:xfrm>
          <a:prstGeom prst="parallelogram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d-ID" dirty="0">
                <a:latin typeface="+mj-lt"/>
              </a:rPr>
              <a:t>Output</a:t>
            </a:r>
          </a:p>
          <a:p>
            <a:pPr algn="ctr"/>
            <a:r>
              <a:rPr lang="id-ID" dirty="0">
                <a:latin typeface="+mj-lt"/>
              </a:rPr>
              <a:t>hasil.join(‘’)</a:t>
            </a:r>
          </a:p>
          <a:p>
            <a:pPr algn="ctr"/>
            <a:r>
              <a:rPr lang="id-ID" sz="1800" dirty="0">
                <a:solidFill>
                  <a:schemeClr val="tx1"/>
                </a:solidFill>
              </a:rPr>
              <a:t>55566914566956</a:t>
            </a:r>
            <a:endParaRPr lang="id-ID" dirty="0">
              <a:latin typeface="+mj-lt"/>
            </a:endParaRPr>
          </a:p>
          <a:p>
            <a:pPr algn="ctr"/>
            <a:endParaRPr lang="id-ID" dirty="0">
              <a:latin typeface="+mj-lt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EAE0D93-270C-4718-A809-35B0B83FDD5C}"/>
              </a:ext>
            </a:extLst>
          </p:cNvPr>
          <p:cNvCxnSpPr>
            <a:cxnSpLocks/>
            <a:stCxn id="18" idx="3"/>
            <a:endCxn id="24" idx="0"/>
          </p:cNvCxnSpPr>
          <p:nvPr/>
        </p:nvCxnSpPr>
        <p:spPr>
          <a:xfrm>
            <a:off x="8708338" y="1759050"/>
            <a:ext cx="1868541" cy="80561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D6F836C-5801-4CF5-A62D-88E348368CB0}"/>
              </a:ext>
            </a:extLst>
          </p:cNvPr>
          <p:cNvSpPr/>
          <p:nvPr/>
        </p:nvSpPr>
        <p:spPr>
          <a:xfrm>
            <a:off x="9859605" y="4780367"/>
            <a:ext cx="1434547" cy="6361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d-ID" dirty="0">
                <a:solidFill>
                  <a:schemeClr val="tx1"/>
                </a:solidFill>
              </a:rPr>
              <a:t>Selesai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ABDCFD0-B313-48D4-BEFA-FB41470BF764}"/>
              </a:ext>
            </a:extLst>
          </p:cNvPr>
          <p:cNvCxnSpPr>
            <a:stCxn id="13" idx="3"/>
            <a:endCxn id="30" idx="1"/>
          </p:cNvCxnSpPr>
          <p:nvPr/>
        </p:nvCxnSpPr>
        <p:spPr>
          <a:xfrm flipV="1">
            <a:off x="7999348" y="5098418"/>
            <a:ext cx="1860257" cy="514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E0E6EED-33B9-4CC3-9AA8-6D920351D82D}"/>
              </a:ext>
            </a:extLst>
          </p:cNvPr>
          <p:cNvCxnSpPr>
            <a:cxnSpLocks/>
            <a:endCxn id="30" idx="0"/>
          </p:cNvCxnSpPr>
          <p:nvPr/>
        </p:nvCxnSpPr>
        <p:spPr>
          <a:xfrm flipH="1">
            <a:off x="10576879" y="3800232"/>
            <a:ext cx="2" cy="9801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FE35A44-E590-4DF9-B4B7-1E81ED9D3F77}"/>
              </a:ext>
            </a:extLst>
          </p:cNvPr>
          <p:cNvCxnSpPr>
            <a:cxnSpLocks/>
            <a:stCxn id="5" idx="2"/>
            <a:endCxn id="30" idx="2"/>
          </p:cNvCxnSpPr>
          <p:nvPr/>
        </p:nvCxnSpPr>
        <p:spPr>
          <a:xfrm rot="5400000" flipH="1" flipV="1">
            <a:off x="5821756" y="1209834"/>
            <a:ext cx="548487" cy="8961758"/>
          </a:xfrm>
          <a:prstGeom prst="bentConnector3">
            <a:avLst>
              <a:gd name="adj1" fmla="val -9483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56EDD09-B789-4F40-9813-FDFEEDA73A1C}"/>
              </a:ext>
            </a:extLst>
          </p:cNvPr>
          <p:cNvSpPr txBox="1"/>
          <p:nvPr/>
        </p:nvSpPr>
        <p:spPr>
          <a:xfrm>
            <a:off x="2677620" y="4774728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true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E599E7-D800-4B2D-AC99-C65914E92D1C}"/>
              </a:ext>
            </a:extLst>
          </p:cNvPr>
          <p:cNvSpPr txBox="1"/>
          <p:nvPr/>
        </p:nvSpPr>
        <p:spPr>
          <a:xfrm>
            <a:off x="1615801" y="6093193"/>
            <a:ext cx="582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false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5BE697-B979-4E80-8FB4-40ABFE549C87}"/>
              </a:ext>
            </a:extLst>
          </p:cNvPr>
          <p:cNvSpPr txBox="1"/>
          <p:nvPr/>
        </p:nvSpPr>
        <p:spPr>
          <a:xfrm>
            <a:off x="7985369" y="4796823"/>
            <a:ext cx="582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false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D91239-AAC0-4ACF-BD2A-E02D83D89ED2}"/>
              </a:ext>
            </a:extLst>
          </p:cNvPr>
          <p:cNvSpPr txBox="1"/>
          <p:nvPr/>
        </p:nvSpPr>
        <p:spPr>
          <a:xfrm>
            <a:off x="6998808" y="3857510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967469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cup, coffee, food, beverage&#10;&#10;Description automatically generated">
            <a:extLst>
              <a:ext uri="{FF2B5EF4-FFF2-40B4-BE49-F238E27FC236}">
                <a16:creationId xmlns:a16="http://schemas.microsoft.com/office/drawing/2014/main" id="{91BC5572-FC33-4C1C-8DEE-C2CF75A756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1087120"/>
            <a:ext cx="9440034" cy="2648381"/>
          </a:xfrm>
        </p:spPr>
        <p:txBody>
          <a:bodyPr>
            <a:normAutofit/>
          </a:bodyPr>
          <a:lstStyle/>
          <a:p>
            <a:r>
              <a:rPr lang="id-ID" sz="7200" dirty="0"/>
              <a:t>Terima Kasih</a:t>
            </a:r>
            <a:endParaRPr lang="en-US" sz="7200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692D268-F90C-4DAD-B4A0-755F6EFF13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33738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offee">
      <a:dk1>
        <a:sysClr val="windowText" lastClr="000000"/>
      </a:dk1>
      <a:lt1>
        <a:sysClr val="window" lastClr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REE.pptx" id="{E781C72B-3D65-4B8D-9071-33B66AF0EF30}" vid="{3A5A58F2-9BE1-435C-B12D-88FD9BF701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{F07148B6-9FDF-4FDA-9C09-31CC572D8076}tf12214701_win32</Template>
  <TotalTime>79</TotalTime>
  <Words>189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 Source Code Pro</vt:lpstr>
      <vt:lpstr>Goudy Old Style</vt:lpstr>
      <vt:lpstr>Wingdings 2</vt:lpstr>
      <vt:lpstr>SlateVTI</vt:lpstr>
      <vt:lpstr>Algoritma</vt:lpstr>
      <vt:lpstr>Flowchart</vt:lpstr>
      <vt:lpstr>Terima Kasih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Terima Kasih</dc:title>
  <dc:creator>duino elektronik</dc:creator>
  <cp:lastModifiedBy>duino elektronik</cp:lastModifiedBy>
  <cp:revision>6</cp:revision>
  <dcterms:created xsi:type="dcterms:W3CDTF">2020-12-23T12:10:04Z</dcterms:created>
  <dcterms:modified xsi:type="dcterms:W3CDTF">2020-12-23T13:29:05Z</dcterms:modified>
</cp:coreProperties>
</file>